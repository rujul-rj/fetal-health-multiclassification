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Fetal Health Multiclassification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Rujul Jain — PES1UG24CS388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Sanjana S Aithal — PES1UG24CS421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UE24CS352A —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Classify fetal health from cardiotocography (CTG) measurements.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Three target classes: Normal, Suspect, Pathological.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Goal: compare supervised ML models using appropriate multiclass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UCI Cardiotocography dataset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2,126 CTG records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21 predictive features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Consensus labels from three expert obstetricians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Target: NSP fetal-state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Class distribution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Feature statistics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Correlation analysis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Important issue: class imbalance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Insert generated figures from results/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Data acquisition → cleaning/checks → stratified 70/30 split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Training-only scaling for scale-sensitive models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Train multiple supervised classifiers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Evaluate on held-out test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Logistic Regression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Linear SVM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K-Nearest Neighbors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Decision Tree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Random Forest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Gradient Boosting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SVM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MLP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XGBoost / LightGBM when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Accuracy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Macro Precision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Macro Recall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Macro F1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Weighted F1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Confusion Matrix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Macro metrics are important because of class imbalance.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Run src/run_experiments.py first.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Insert the actual model_results.csv table.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Do not copy numerical results from the Stanford reference paper.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Open the notebook.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Show dataset loading and preprocessing.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Run/inspect model comparison.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Show the final model confusion matrix.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Explain one prediction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Helvetica"/>
              </a:defRPr>
            </a:pPr>
            <a:r>
              <a:t>Conclusion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Summarize the observed experiment.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Discuss class-wise performance.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Mention limitations of the public benchmark dataset.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Helvetica"/>
              </a:defRPr>
            </a:pPr>
            <a:r>
              <a:t>This is an academic ML prototype, not a clinically validated diagnostic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